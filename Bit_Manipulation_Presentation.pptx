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microchip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966960" y="26517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4" name="Image 1" descr="/home/claude/icons/micro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921258"/>
            <a:ext cx="352044" cy="3520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64592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PRESENTATION  •  COMPUTER ARCHITECTURE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2514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 MANIPULATION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3337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00C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Assembly Language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297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programs read, set, and transform individual bits at the hardware level — and why it still matters.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94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01001010  01000010  01010100  01000011  01001111  01000100  01000101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Bit Manipulation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 is the atomic unit of digital information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is the direct inspection, setting, clearing, and transformation of individual bits within a machine word.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been central to programming since the earliest computers, when scarce memory made packing information into individual bits a practical necessity.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as high-level languages introduced booleans, structs, and flags, assembly-level bit manipulation persisted — remaining essential wherever performance, memory footprint, or direct hardware access matter most.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691640"/>
            <a:ext cx="566928" cy="566928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7" name="Image 0" descr="/home/claude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8303" y="18277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69480" y="16642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9842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Single-instruction bitwise operations avoid costly arithmetic and branching.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3108960"/>
            <a:ext cx="566928" cy="566928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1" name="Image 1" descr="/home/claude/icons/mem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303" y="32450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3081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34015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flags and fields into individual bits conserves scarce storage.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92240" y="4526280"/>
            <a:ext cx="566928" cy="566928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5" name="Image 2" descr="/home/claude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303" y="466234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44988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Control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48188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and register configuration is expressed directly as bit patterns.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in Assembly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Bitwise Operations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logical operations, plus shifts and rotates, underlie every technique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120640" cy="192024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868680"/>
                <a:gridCol w="868680"/>
                <a:gridCol w="86868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1605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a bit only where both operands are 1 — used to clear or mask bits.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a bit where either operand is 1 — used to set bits.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a bit where operands differ — used to toggle bits.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2648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9" name="Image 0" descr="/home/claude/icons/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0" y="20459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965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&amp; Rotates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SHL / LSL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321040" y="2651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left, fill with 0 — multiply by 2 per position.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SHR / LSR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34290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 (logical), fill with 0.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4206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 / ASR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4206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right, filling with the sign bit — signed divide by 2.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4983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 / ROR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4983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shift — bits leaving one end re-enter the other.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in Assembly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Instructions: x86 vs. ARM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logical primitives, different approaches to bit fields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(Intel / AMD)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212848"/>
            <a:ext cx="4617720" cy="0"/>
          </a:xfrm>
          <a:prstGeom prst="line">
            <a:avLst/>
          </a:prstGeom>
          <a:noFill/>
          <a:ln w="12700">
            <a:solidFill>
              <a:srgbClr val="DE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59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· OR · XOR · NOT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243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logical operations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626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SHL · SHR · SAR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arithmetic shifts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 · ROR · RCL · RCR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313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with/without carry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69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 · BTS · BTR · BTC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34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set / reset / complement a bit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773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BSF · BSR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383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lowest / highest set bit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766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POPCNT · TZCNT · LZCNT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6418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bit counting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55448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75120" y="17556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(AArch32 / AArch64)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75120" y="2212848"/>
            <a:ext cx="4617720" cy="0"/>
          </a:xfrm>
          <a:prstGeom prst="line">
            <a:avLst/>
          </a:prstGeom>
          <a:noFill/>
          <a:ln w="12700">
            <a:solidFill>
              <a:srgbClr val="DE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3591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· ORR · EOR · MVN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6243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logical operations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9626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LSL · LSR · ASR · ROR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and rotate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BFI · BFC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8313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clear a bit field in one step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16966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UBFX · SBFX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434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bit field, unsigned / signed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7731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CLZ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0383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leading zeros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53766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RBIT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56418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bit order in one instruction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in Assembly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Counting Set Bits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Kernighan's algorithm: n &amp; (n − 1) clears the lowest set bit each step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2468880"/>
        </p:xfrm>
        <a:graphic>
          <a:graphicData uri="http://schemas.openxmlformats.org/drawingml/2006/table">
            <a:tbl>
              <a:tblPr/>
              <a:tblGrid>
                <a:gridCol w="1188720"/>
                <a:gridCol w="2606040"/>
                <a:gridCol w="2606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(before)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AND (n−1)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1011 0110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1011 0100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1011 0100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3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0000 0000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3434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clears the least-significant set bit of n, so the number of iterations needed to reach zero equals the number of 1-bits originally present — an algorithm whose cost depends on data content, not word width.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60920" y="1691640"/>
            <a:ext cx="4251960" cy="3931920"/>
          </a:xfrm>
          <a:prstGeom prst="roundRect">
            <a:avLst>
              <a:gd name="adj" fmla="val 1860"/>
            </a:avLst>
          </a:prstGeom>
          <a:solidFill>
            <a:srgbClr val="121826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60920" y="214884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0C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35204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01000" y="4023360"/>
            <a:ext cx="2971800" cy="0"/>
          </a:xfrm>
          <a:prstGeom prst="line">
            <a:avLst/>
          </a:prstGeom>
          <a:noFill/>
          <a:ln w="12700">
            <a:solidFill>
              <a:srgbClr val="323C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4206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1011 0110  (0xB6, decimal 182)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47091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processors with SSE4.2, this entire result is produced in one cycle by POPCNT.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in Assembly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 efficiency still underlies performance-critical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6" name="Image 0" descr="/home/claude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" y="20734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98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permutations and XOR-based key mixing secure ciphers such as AES and DES.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94767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1" name="Image 1" descr="/home/claude/icons/im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002" y="207340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62272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62272" y="2898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and shifting pack RGB(A) color channels into a single pixel word.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63840" y="1691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9872" y="194767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6" name="Image 2" descr="/home/claude/icons/microchip2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602" y="207340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28986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Setting/clearing register bits configures timers, GPIO, and peripherals.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21" name="Image 3" descr="/home/claude/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02" y="431368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389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flags, offsets, and checksums rely on bitwise parsing.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62272" y="418795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26" name="Image 4" descr="/home/claude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002" y="431368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62272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62272" y="51389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Page-table flags and atomic bit-test-and-set enable synchronization.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86384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19872" y="4187952"/>
            <a:ext cx="502920" cy="50292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31" name="Image 5" descr="/home/claude/icons/archiv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5602" y="431368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19872" y="4800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Compression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119872" y="513892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 and run-length flags depend on precise bit packing.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 in Assembly Language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0" cy="0"/>
          </a:xfrm>
          <a:prstGeom prst="lin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5" name="Image 0" descr="/home/claud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09928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logical operations — AND, OR, XOR, NOT — combined with shifts and rotates, form the basis of every bit-manipulation technique.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8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9946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807208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and ARM expose these operations through dedicated instructions, and modern extensions (BMI2, RISC-V “B”) add hardware acceleration.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1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0919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3904488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idioms — set, clear, toggle, test, extract — remain foundational to compiler intrinsics and high-level bitwise code alike.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00CFA8"/>
          </a:solidFill>
          <a:ln/>
        </p:spPr>
      </p:sp>
      <p:pic>
        <p:nvPicPr>
          <p:cNvPr id="14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18922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08760" y="5001768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cryptography to embedded systems, efficient bit manipulation continues to underlie performance-critical software.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2026-08-27T11:35:04Z</dcterms:created>
  <dcterms:modified xsi:type="dcterms:W3CDTF">2026-08-27T11:35:04Z</dcterms:modified>
</cp:coreProperties>
</file>